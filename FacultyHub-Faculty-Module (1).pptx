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lasio" panose="020B0604020202020204" charset="0"/>
      <p:regular r:id="rId17"/>
    </p:embeddedFont>
    <p:embeddedFont>
      <p:font typeface="Gelasio Semi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926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40470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FacultyHub – Faculty Module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1624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College Scheduling System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4780478"/>
            <a:ext cx="1618298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6278" y="4902875"/>
            <a:ext cx="181451" cy="1814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88455" y="4848463"/>
            <a:ext cx="107394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SUDO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280190" y="54618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 · Nidhi · Kiran · Taslima · Jashan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76" y="164663"/>
            <a:ext cx="5266849" cy="79002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5425" y="647105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Objectives</a:t>
            </a:r>
            <a:endParaRPr lang="en-US" sz="4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7816" y="1659731"/>
            <a:ext cx="329565" cy="3295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69443" y="1652945"/>
            <a:ext cx="3739277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Finalize the Faculty Module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6969443" y="2123837"/>
            <a:ext cx="68919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Complete and integrate the faculty module.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7816" y="3248501"/>
            <a:ext cx="329565" cy="3295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69443" y="3241715"/>
            <a:ext cx="403050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Deploy Full-Stack Application</a:t>
            </a:r>
            <a:endParaRPr lang="en-US" sz="2150" dirty="0"/>
          </a:p>
        </p:txBody>
      </p:sp>
      <p:sp>
        <p:nvSpPr>
          <p:cNvPr id="10" name="Text 5"/>
          <p:cNvSpPr/>
          <p:nvPr/>
        </p:nvSpPr>
        <p:spPr>
          <a:xfrm>
            <a:off x="6969443" y="3712607"/>
            <a:ext cx="68919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 a production-ready app using Next.js, Prisma, Neon, and Better Auth.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7816" y="4837271"/>
            <a:ext cx="329565" cy="32956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69443" y="4830485"/>
            <a:ext cx="394477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Document APIs &amp; Workflows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6969443" y="5301377"/>
            <a:ext cx="68919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 clear API documentation, request/response contracts, and workflow diagrams.</a:t>
            </a:r>
            <a:endParaRPr lang="en-US" sz="1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7816" y="6426041"/>
            <a:ext cx="329565" cy="32956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69443" y="6419255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Demo Integration</a:t>
            </a:r>
            <a:endParaRPr lang="en-US" sz="2150" dirty="0"/>
          </a:p>
        </p:txBody>
      </p:sp>
      <p:sp>
        <p:nvSpPr>
          <p:cNvPr id="16" name="Text 9"/>
          <p:cNvSpPr/>
          <p:nvPr/>
        </p:nvSpPr>
        <p:spPr>
          <a:xfrm>
            <a:off x="6969443" y="6890147"/>
            <a:ext cx="68919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Present a live walkthrough showing integration with departments, courses, and rooms.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75786"/>
            <a:ext cx="4607362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Overview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05" y="1544598"/>
            <a:ext cx="4158496" cy="4158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2601" y="3356610"/>
            <a:ext cx="8108275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Faculty Module is the backbone of the College Scheduling System, connecting people, data, and workflows in a single unified portal.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956905" y="6039803"/>
            <a:ext cx="3066812" cy="1614011"/>
          </a:xfrm>
          <a:prstGeom prst="roundRect">
            <a:avLst>
              <a:gd name="adj" fmla="val 6798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4045" y="6039803"/>
            <a:ext cx="91440" cy="1614011"/>
          </a:xfrm>
          <a:prstGeom prst="roundRect">
            <a:avLst>
              <a:gd name="adj" fmla="val 30233"/>
            </a:avLst>
          </a:prstGeom>
          <a:solidFill>
            <a:srgbClr val="D3C5B6"/>
          </a:solidFill>
          <a:ln/>
        </p:spPr>
      </p:sp>
      <p:sp>
        <p:nvSpPr>
          <p:cNvPr id="7" name="Text 4"/>
          <p:cNvSpPr/>
          <p:nvPr/>
        </p:nvSpPr>
        <p:spPr>
          <a:xfrm>
            <a:off x="1232535" y="6246852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Faculty Records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32535" y="6624518"/>
            <a:ext cx="2584133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Manages profiles, departments, and assignments.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173379" y="6039803"/>
            <a:ext cx="3066931" cy="1614011"/>
          </a:xfrm>
          <a:prstGeom prst="roundRect">
            <a:avLst>
              <a:gd name="adj" fmla="val 6798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50519" y="6039803"/>
            <a:ext cx="91440" cy="1614011"/>
          </a:xfrm>
          <a:prstGeom prst="roundRect">
            <a:avLst>
              <a:gd name="adj" fmla="val 30233"/>
            </a:avLst>
          </a:prstGeom>
          <a:solidFill>
            <a:srgbClr val="D3C5B6"/>
          </a:solidFill>
          <a:ln/>
        </p:spPr>
      </p:sp>
      <p:sp>
        <p:nvSpPr>
          <p:cNvPr id="11" name="Text 8"/>
          <p:cNvSpPr/>
          <p:nvPr/>
        </p:nvSpPr>
        <p:spPr>
          <a:xfrm>
            <a:off x="4449008" y="6246852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Request Handling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49008" y="6624518"/>
            <a:ext cx="2584252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Swap, leave, and reschedule requests with approval flows.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389971" y="6039803"/>
            <a:ext cx="3066812" cy="1614011"/>
          </a:xfrm>
          <a:prstGeom prst="roundRect">
            <a:avLst>
              <a:gd name="adj" fmla="val 6798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67111" y="6039803"/>
            <a:ext cx="91440" cy="1614011"/>
          </a:xfrm>
          <a:prstGeom prst="roundRect">
            <a:avLst>
              <a:gd name="adj" fmla="val 30233"/>
            </a:avLst>
          </a:prstGeom>
          <a:solidFill>
            <a:srgbClr val="D3C5B6"/>
          </a:solidFill>
          <a:ln/>
        </p:spPr>
      </p:sp>
      <p:sp>
        <p:nvSpPr>
          <p:cNvPr id="15" name="Text 12"/>
          <p:cNvSpPr/>
          <p:nvPr/>
        </p:nvSpPr>
        <p:spPr>
          <a:xfrm>
            <a:off x="7665601" y="6246852"/>
            <a:ext cx="2584133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Notifications &amp; Timelines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665601" y="6912412"/>
            <a:ext cx="2584133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alerts and activity history for all users.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10606445" y="6039803"/>
            <a:ext cx="3066931" cy="1614011"/>
          </a:xfrm>
          <a:prstGeom prst="roundRect">
            <a:avLst>
              <a:gd name="adj" fmla="val 6798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83585" y="6039803"/>
            <a:ext cx="91440" cy="1614011"/>
          </a:xfrm>
          <a:prstGeom prst="roundRect">
            <a:avLst>
              <a:gd name="adj" fmla="val 30233"/>
            </a:avLst>
          </a:prstGeom>
          <a:solidFill>
            <a:srgbClr val="D3C5B6"/>
          </a:solidFill>
          <a:ln/>
        </p:spPr>
      </p:sp>
      <p:sp>
        <p:nvSpPr>
          <p:cNvPr id="19" name="Text 16"/>
          <p:cNvSpPr/>
          <p:nvPr/>
        </p:nvSpPr>
        <p:spPr>
          <a:xfrm>
            <a:off x="10882074" y="6246852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Dual Portal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882074" y="6624518"/>
            <a:ext cx="2584252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Faculty portal + Admin dashboard with role-based views.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593884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Technology Stack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58" y="1632823"/>
            <a:ext cx="418148" cy="418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758" y="2291834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Next.js 16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31758" y="2734032"/>
            <a:ext cx="646295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 Router, API routes, and server-side rendering for a fast, modern frontend.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5572" y="1632823"/>
            <a:ext cx="418148" cy="4181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5572" y="2291834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Prisma + Neon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7435572" y="2734032"/>
            <a:ext cx="646307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Type-safe ORM with PostgreSQL on Neon for scalable, cloud-hosted data storage.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758" y="3762256"/>
            <a:ext cx="418148" cy="4181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758" y="4421267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Better Auth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731758" y="4863465"/>
            <a:ext cx="646295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Full authentication and session management with secure token handling.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5572" y="3762256"/>
            <a:ext cx="418148" cy="4181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5572" y="4421267"/>
            <a:ext cx="2742962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Tailwind + shadcn/ui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7435572" y="4863465"/>
            <a:ext cx="646307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Utility-first CSS and accessible UI components for a polished interface.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758" y="5891689"/>
            <a:ext cx="418148" cy="4181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1758" y="6550700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Zod + SWR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731758" y="6992898"/>
            <a:ext cx="646295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Schema validation and React data fetching for reliable, type-safe APIs.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7435572" y="6550700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2050" dirty="0"/>
          </a:p>
        </p:txBody>
      </p:sp>
      <p:sp>
        <p:nvSpPr>
          <p:cNvPr id="20" name="Text 12"/>
          <p:cNvSpPr/>
          <p:nvPr/>
        </p:nvSpPr>
        <p:spPr>
          <a:xfrm>
            <a:off x="7435572" y="6992898"/>
            <a:ext cx="646307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15779"/>
            <a:ext cx="4075748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90568" y="1259443"/>
            <a:ext cx="11249144" cy="978098"/>
          </a:xfrm>
          <a:prstGeom prst="roundRect">
            <a:avLst>
              <a:gd name="adj" fmla="val 2500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13428" y="1282303"/>
            <a:ext cx="652105" cy="932378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7263" y="1626275"/>
            <a:ext cx="244435" cy="2444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2691" y="1445300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app/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82691" y="1770340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Next.js pages, routes, and layout components.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690568" y="2354699"/>
            <a:ext cx="11249144" cy="978098"/>
          </a:xfrm>
          <a:prstGeom prst="roundRect">
            <a:avLst>
              <a:gd name="adj" fmla="val 2500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13428" y="2377559"/>
            <a:ext cx="652105" cy="932378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7263" y="2721531"/>
            <a:ext cx="244435" cy="2444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82691" y="2540556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api/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482691" y="2865596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 REST endpoints for all modules.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1690568" y="3449955"/>
            <a:ext cx="11249144" cy="978098"/>
          </a:xfrm>
          <a:prstGeom prst="roundRect">
            <a:avLst>
              <a:gd name="adj" fmla="val 2500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713428" y="3472815"/>
            <a:ext cx="652105" cy="932378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7263" y="3816787"/>
            <a:ext cx="244435" cy="2444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82691" y="3635812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lib/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482691" y="3960852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Helper functions, auth logic, and Zod schemas.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1690568" y="4545211"/>
            <a:ext cx="11249144" cy="978098"/>
          </a:xfrm>
          <a:prstGeom prst="roundRect">
            <a:avLst>
              <a:gd name="adj" fmla="val 2500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713428" y="4568071"/>
            <a:ext cx="652105" cy="932378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7263" y="4912043"/>
            <a:ext cx="244435" cy="2444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82691" y="4731068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components/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2482691" y="5056108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Reusable UI elements built with shadcn/ui.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1690568" y="5640467"/>
            <a:ext cx="11249144" cy="978098"/>
          </a:xfrm>
          <a:prstGeom prst="roundRect">
            <a:avLst>
              <a:gd name="adj" fmla="val 2500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713428" y="5663327"/>
            <a:ext cx="652105" cy="932378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7263" y="6007298"/>
            <a:ext cx="244435" cy="2444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482691" y="5826323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prisma/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2482691" y="6151364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schema, migrations, and ORM config.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1690568" y="6735723"/>
            <a:ext cx="11249144" cy="978098"/>
          </a:xfrm>
          <a:prstGeom prst="roundRect">
            <a:avLst>
              <a:gd name="adj" fmla="val 2500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1713428" y="6758583"/>
            <a:ext cx="652105" cy="932378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7263" y="7102554"/>
            <a:ext cx="244435" cy="24443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482691" y="6921579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types/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2482691" y="7246620"/>
            <a:ext cx="1027116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TypeScript interfaces and shared type definitions.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66036"/>
            <a:ext cx="7540942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API Design &amp; Documentation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758" y="1801297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API Endpoints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731758" y="2344698"/>
            <a:ext cx="3067764" cy="1580198"/>
          </a:xfrm>
          <a:prstGeom prst="roundRect">
            <a:avLst>
              <a:gd name="adj" fmla="val 1985"/>
            </a:avLst>
          </a:prstGeom>
          <a:solidFill>
            <a:srgbClr val="EEE8DD"/>
          </a:solidFill>
          <a:ln/>
        </p:spPr>
      </p:sp>
      <p:sp>
        <p:nvSpPr>
          <p:cNvPr id="5" name="Text 3"/>
          <p:cNvSpPr/>
          <p:nvPr/>
        </p:nvSpPr>
        <p:spPr>
          <a:xfrm>
            <a:off x="940832" y="255377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Faculty CRUD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40832" y="3073122"/>
            <a:ext cx="2649617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Create, read, update, delete faculty records.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92285" y="2344698"/>
            <a:ext cx="3067883" cy="1580198"/>
          </a:xfrm>
          <a:prstGeom prst="roundRect">
            <a:avLst>
              <a:gd name="adj" fmla="val 1985"/>
            </a:avLst>
          </a:prstGeom>
          <a:solidFill>
            <a:srgbClr val="EEE8DD"/>
          </a:solidFill>
          <a:ln/>
        </p:spPr>
      </p:sp>
      <p:sp>
        <p:nvSpPr>
          <p:cNvPr id="8" name="Text 6"/>
          <p:cNvSpPr/>
          <p:nvPr/>
        </p:nvSpPr>
        <p:spPr>
          <a:xfrm>
            <a:off x="4201358" y="2553772"/>
            <a:ext cx="2626162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Dashboard &amp; Profile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4201358" y="3073122"/>
            <a:ext cx="264973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Personalized data feeds and profile management.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758" y="4117657"/>
            <a:ext cx="3067764" cy="1580198"/>
          </a:xfrm>
          <a:prstGeom prst="roundRect">
            <a:avLst>
              <a:gd name="adj" fmla="val 1985"/>
            </a:avLst>
          </a:prstGeom>
          <a:solidFill>
            <a:srgbClr val="EEE8DD"/>
          </a:solidFill>
          <a:ln/>
        </p:spPr>
      </p:sp>
      <p:sp>
        <p:nvSpPr>
          <p:cNvPr id="11" name="Text 9"/>
          <p:cNvSpPr/>
          <p:nvPr/>
        </p:nvSpPr>
        <p:spPr>
          <a:xfrm>
            <a:off x="940832" y="4326731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Requests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940832" y="4846082"/>
            <a:ext cx="2649617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Swap, leave, and reschedule request APIs.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92285" y="4117657"/>
            <a:ext cx="3067883" cy="1580198"/>
          </a:xfrm>
          <a:prstGeom prst="roundRect">
            <a:avLst>
              <a:gd name="adj" fmla="val 1985"/>
            </a:avLst>
          </a:prstGeom>
          <a:solidFill>
            <a:srgbClr val="EEE8DD"/>
          </a:solidFill>
          <a:ln/>
        </p:spPr>
      </p:sp>
      <p:sp>
        <p:nvSpPr>
          <p:cNvPr id="14" name="Text 12"/>
          <p:cNvSpPr/>
          <p:nvPr/>
        </p:nvSpPr>
        <p:spPr>
          <a:xfrm>
            <a:off x="4201358" y="4326731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Notifications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4201358" y="4846082"/>
            <a:ext cx="264973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Alert delivery and notification history.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758" y="5890617"/>
            <a:ext cx="6328410" cy="1258848"/>
          </a:xfrm>
          <a:prstGeom prst="roundRect">
            <a:avLst>
              <a:gd name="adj" fmla="val 2492"/>
            </a:avLst>
          </a:prstGeom>
          <a:solidFill>
            <a:srgbClr val="EEE8DD"/>
          </a:solidFill>
          <a:ln/>
        </p:spPr>
      </p:sp>
      <p:sp>
        <p:nvSpPr>
          <p:cNvPr id="17" name="Text 15"/>
          <p:cNvSpPr/>
          <p:nvPr/>
        </p:nvSpPr>
        <p:spPr>
          <a:xfrm>
            <a:off x="940832" y="6099691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Admin APIs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940832" y="6619042"/>
            <a:ext cx="5910262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Faculty management and system-level controls.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77852" y="1801297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Response Format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7577852" y="2320647"/>
            <a:ext cx="632841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 APIs return a consistent JSON envelope: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77852" y="2858810"/>
            <a:ext cx="6328410" cy="2024896"/>
          </a:xfrm>
          <a:prstGeom prst="roundRect">
            <a:avLst>
              <a:gd name="adj" fmla="val 1549"/>
            </a:avLst>
          </a:prstGeom>
          <a:solidFill>
            <a:srgbClr val="ECE9E3"/>
          </a:solidFill>
          <a:ln/>
        </p:spPr>
      </p:sp>
      <p:sp>
        <p:nvSpPr>
          <p:cNvPr id="22" name="Shape 20"/>
          <p:cNvSpPr/>
          <p:nvPr/>
        </p:nvSpPr>
        <p:spPr>
          <a:xfrm>
            <a:off x="7567493" y="2858810"/>
            <a:ext cx="6349127" cy="2024896"/>
          </a:xfrm>
          <a:prstGeom prst="roundRect">
            <a:avLst>
              <a:gd name="adj" fmla="val 1549"/>
            </a:avLst>
          </a:prstGeom>
          <a:solidFill>
            <a:srgbClr val="ECE9E3"/>
          </a:solidFill>
          <a:ln/>
        </p:spPr>
      </p:sp>
      <p:sp>
        <p:nvSpPr>
          <p:cNvPr id="23" name="Text 21"/>
          <p:cNvSpPr/>
          <p:nvPr/>
        </p:nvSpPr>
        <p:spPr>
          <a:xfrm>
            <a:off x="7828836" y="3067883"/>
            <a:ext cx="5826443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 ... },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null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77852" y="5100518"/>
            <a:ext cx="339101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Documentation Standards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7577852" y="5619869"/>
            <a:ext cx="6328410" cy="187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Inline comments for complex business logic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Zod schemas enforce request validation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Shared helper functions standardize responses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Stable API contracts prevent breaking changes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README covers setup, endpoints, and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1407" y="825341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Module Integration</a:t>
            </a:r>
            <a:endParaRPr lang="en-US" sz="4350" dirty="0"/>
          </a:p>
        </p:txBody>
      </p:sp>
      <p:sp>
        <p:nvSpPr>
          <p:cNvPr id="6" name="Shape 2"/>
          <p:cNvSpPr/>
          <p:nvPr/>
        </p:nvSpPr>
        <p:spPr>
          <a:xfrm>
            <a:off x="781407" y="1852732"/>
            <a:ext cx="7581186" cy="4010739"/>
          </a:xfrm>
          <a:prstGeom prst="roundRect">
            <a:avLst>
              <a:gd name="adj" fmla="val 835"/>
            </a:avLst>
          </a:prstGeom>
          <a:solidFill>
            <a:srgbClr val="EEE8DD"/>
          </a:solidFill>
          <a:ln/>
        </p:spPr>
      </p:sp>
      <p:sp>
        <p:nvSpPr>
          <p:cNvPr id="7" name="Shape 3"/>
          <p:cNvSpPr/>
          <p:nvPr/>
        </p:nvSpPr>
        <p:spPr>
          <a:xfrm>
            <a:off x="781407" y="1852732"/>
            <a:ext cx="3790593" cy="2359700"/>
          </a:xfrm>
          <a:prstGeom prst="roundRect">
            <a:avLst>
              <a:gd name="adj" fmla="val 1419"/>
            </a:avLst>
          </a:prstGeom>
          <a:solidFill>
            <a:srgbClr val="EEE8DD"/>
          </a:solidFill>
          <a:ln/>
        </p:spPr>
      </p:sp>
      <p:sp>
        <p:nvSpPr>
          <p:cNvPr id="8" name="Text 4"/>
          <p:cNvSpPr/>
          <p:nvPr/>
        </p:nvSpPr>
        <p:spPr>
          <a:xfrm>
            <a:off x="1004649" y="2075974"/>
            <a:ext cx="2790944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Users </a:t>
            </a:r>
            <a:r>
              <a:rPr lang="en-US" sz="21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↔</a:t>
            </a: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Faculty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1004649" y="2571869"/>
            <a:ext cx="334410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Every faculty record is linked to a user account for authentication and profile management.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572000" y="1852732"/>
            <a:ext cx="3790593" cy="2359700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0" y="1852732"/>
            <a:ext cx="30480" cy="2359700"/>
          </a:xfrm>
          <a:prstGeom prst="roundRect">
            <a:avLst>
              <a:gd name="adj" fmla="val 109884"/>
            </a:avLst>
          </a:prstGeom>
          <a:solidFill>
            <a:srgbClr val="D4CEC3"/>
          </a:solidFill>
          <a:ln/>
        </p:spPr>
      </p:sp>
      <p:sp>
        <p:nvSpPr>
          <p:cNvPr id="12" name="Text 8"/>
          <p:cNvSpPr/>
          <p:nvPr/>
        </p:nvSpPr>
        <p:spPr>
          <a:xfrm>
            <a:off x="4795242" y="2075974"/>
            <a:ext cx="3301365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Faculty </a:t>
            </a:r>
            <a:r>
              <a:rPr lang="en-US" sz="21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↔</a:t>
            </a: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Departments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4795242" y="2571869"/>
            <a:ext cx="33441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Faculty are assigned to departments, enabling filtered views and departmental scheduling.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81407" y="4212431"/>
            <a:ext cx="7581186" cy="1651040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15" name="Shape 11"/>
          <p:cNvSpPr/>
          <p:nvPr/>
        </p:nvSpPr>
        <p:spPr>
          <a:xfrm>
            <a:off x="781407" y="4212431"/>
            <a:ext cx="7581186" cy="30480"/>
          </a:xfrm>
          <a:prstGeom prst="roundRect">
            <a:avLst>
              <a:gd name="adj" fmla="val 109884"/>
            </a:avLst>
          </a:prstGeom>
          <a:solidFill>
            <a:srgbClr val="D4CEC3"/>
          </a:solidFill>
          <a:ln/>
        </p:spPr>
      </p:sp>
      <p:sp>
        <p:nvSpPr>
          <p:cNvPr id="16" name="Text 12"/>
          <p:cNvSpPr/>
          <p:nvPr/>
        </p:nvSpPr>
        <p:spPr>
          <a:xfrm>
            <a:off x="1004649" y="4435673"/>
            <a:ext cx="4291013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Schedules </a:t>
            </a:r>
            <a:r>
              <a:rPr lang="en-US" sz="21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↔</a:t>
            </a: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Courses &amp; Rooms</a:t>
            </a:r>
            <a:endParaRPr lang="en-US" sz="2150" dirty="0"/>
          </a:p>
        </p:txBody>
      </p:sp>
      <p:sp>
        <p:nvSpPr>
          <p:cNvPr id="17" name="Text 13"/>
          <p:cNvSpPr/>
          <p:nvPr/>
        </p:nvSpPr>
        <p:spPr>
          <a:xfrm>
            <a:off x="1004649" y="4931569"/>
            <a:ext cx="713470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Timetables reference course and room records from shared tables — no duplicate logic.</a:t>
            </a:r>
            <a:endParaRPr lang="en-US" sz="1750" dirty="0"/>
          </a:p>
        </p:txBody>
      </p:sp>
      <p:sp>
        <p:nvSpPr>
          <p:cNvPr id="18" name="Shape 14"/>
          <p:cNvSpPr/>
          <p:nvPr/>
        </p:nvSpPr>
        <p:spPr>
          <a:xfrm>
            <a:off x="781407" y="6110645"/>
            <a:ext cx="7581186" cy="1293495"/>
          </a:xfrm>
          <a:prstGeom prst="roundRect">
            <a:avLst>
              <a:gd name="adj" fmla="val 2589"/>
            </a:avLst>
          </a:prstGeom>
          <a:solidFill>
            <a:srgbClr val="B6FCB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649" y="6430447"/>
            <a:ext cx="279083" cy="2232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6974" y="6386155"/>
            <a:ext cx="66323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 modules share a single Prisma schema and Neon database, ensuring data consistency across the system.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32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Team Contributions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559981" y="2328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Backend(Deep and Kiran)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2910126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design and Prisma schema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Authentication integration with Better Auth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Requests and notifications APIs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Faculty CRUD endpoints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48264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Frontend(Nidhi, Taslima, </a:t>
            </a:r>
            <a:r>
              <a:rPr lang="en-US" sz="220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Jashan</a:t>
            </a: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59981" y="5407581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 dashboard and faculty portal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Timetable and availability UI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Requests and notifications interface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Auth pages and role-based UI routing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8027075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Authentication &amp; Role-Based Access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35824" y="335696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Secure by Design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845362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Every API route is protected by Better Auth session middleware. Role checks are enforced at both the API and UI layer.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4494490"/>
            <a:ext cx="6015395" cy="119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Faculty-only portal routes are gated behind role verification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 APIs reject requests from non-admin sessions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Sessions are securely stored and invalidated on logout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RBAC ensures users only see and act on data they own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6646" y="29183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9672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 · Nidhi · Kiran · Taslima · Jashan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8533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 for your time and attention. We appreciate the opportunity to share our work and look forward to what comes next.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655</Words>
  <Application>Microsoft Office PowerPoint</Application>
  <PresentationFormat>Custom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Gelasio Semi Bold</vt:lpstr>
      <vt:lpstr>Gelasio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Nidhi sharma</dc:creator>
  <cp:lastModifiedBy>Nidhi Sharma</cp:lastModifiedBy>
  <cp:revision>3</cp:revision>
  <dcterms:created xsi:type="dcterms:W3CDTF">2026-04-16T00:56:59Z</dcterms:created>
  <dcterms:modified xsi:type="dcterms:W3CDTF">2026-04-16T13:34:19Z</dcterms:modified>
</cp:coreProperties>
</file>